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  <a:endParaRPr kumimoji="1"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4E4D15-D520-4C48-B6BB-DDD7084F5A52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511616-1365-414E-9A95-DDA566F17521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 userDrawn="1"/>
        </p:nvSpPr>
        <p:spPr>
          <a:xfrm>
            <a:off x="463364" y="227580"/>
            <a:ext cx="1787441" cy="368300"/>
          </a:xfrm>
          <a:prstGeom prst="rect">
            <a:avLst/>
          </a:prstGeom>
        </p:spPr>
        <p:txBody>
          <a:bodyPr wrap="none" rtlCol="0">
            <a:noAutofit/>
          </a:bodyPr>
          <a:p>
            <a:r>
              <a:rPr lang="en-US" altLang="zh-CN"/>
              <a:t>solhint</a:t>
            </a:r>
            <a:endParaRPr lang="zh-CN" altLang="en-US"/>
          </a:p>
        </p:txBody>
      </p:sp>
      <p:pic>
        <p:nvPicPr>
          <p:cNvPr id="5" name="图片 4" descr="upload_post_object_v2_22702990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327" y="706794"/>
            <a:ext cx="2929179" cy="3222097"/>
          </a:xfrm>
          <a:prstGeom prst="rect">
            <a:avLst/>
          </a:prstGeom>
        </p:spPr>
      </p:pic>
      <p:pic>
        <p:nvPicPr>
          <p:cNvPr id="7" name="图片 6" descr="upload_post_object_v2_6586074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5427" y="706794"/>
            <a:ext cx="2584569" cy="3006716"/>
          </a:xfrm>
          <a:prstGeom prst="rect">
            <a:avLst/>
          </a:prstGeom>
        </p:spPr>
      </p:pic>
      <p:pic>
        <p:nvPicPr>
          <p:cNvPr id="8" name="图片 7" descr="upload_post_object_v2_01259120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3369" y="706794"/>
            <a:ext cx="2213398" cy="3006716"/>
          </a:xfrm>
          <a:prstGeom prst="rect">
            <a:avLst/>
          </a:prstGeom>
        </p:spPr>
      </p:pic>
      <p:pic>
        <p:nvPicPr>
          <p:cNvPr id="9" name="图片 8" descr="upload_post_object_v2_1572119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710" y="706794"/>
            <a:ext cx="2268624" cy="344636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411803" y="124459"/>
            <a:ext cx="74041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slither</a:t>
            </a:r>
            <a:endParaRPr lang="zh-CN" altLang="en-US"/>
          </a:p>
        </p:txBody>
      </p:sp>
      <p:pic>
        <p:nvPicPr>
          <p:cNvPr id="7" name="图片 6" descr="upload_post_object_v2_66277028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03" y="1031216"/>
            <a:ext cx="6874549" cy="40221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411803" y="124459"/>
            <a:ext cx="74041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slither</a:t>
            </a:r>
            <a:endParaRPr lang="zh-CN" altLang="en-US"/>
          </a:p>
        </p:txBody>
      </p:sp>
      <p:pic>
        <p:nvPicPr>
          <p:cNvPr id="2" name="图片 1" descr="upload_post_object_v2_5492612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994" y="859347"/>
            <a:ext cx="5233112" cy="431433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411803" y="124459"/>
            <a:ext cx="74041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slither</a:t>
            </a:r>
            <a:endParaRPr lang="zh-CN" altLang="en-US"/>
          </a:p>
        </p:txBody>
      </p:sp>
      <p:pic>
        <p:nvPicPr>
          <p:cNvPr id="3" name="图片 2" descr="upload_post_object_v2_61687848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216" y="1750037"/>
            <a:ext cx="5246084" cy="11931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 userDrawn="1"/>
        </p:nvSpPr>
        <p:spPr>
          <a:xfrm>
            <a:off x="411803" y="124459"/>
            <a:ext cx="740410" cy="368300"/>
          </a:xfrm>
          <a:prstGeom prst="rect">
            <a:avLst/>
          </a:prstGeom>
        </p:spPr>
        <p:txBody>
          <a:bodyPr wrap="none" rtlCol="0">
            <a:spAutoFit/>
          </a:bodyPr>
          <a:p>
            <a:r>
              <a:rPr lang="en-US" altLang="zh-CN"/>
              <a:t>slither</a:t>
            </a:r>
            <a:endParaRPr lang="zh-CN" altLang="en-US"/>
          </a:p>
        </p:txBody>
      </p:sp>
      <p:pic>
        <p:nvPicPr>
          <p:cNvPr id="2" name="图片 1" descr="upload_post_object_v2_56610122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3613" y="0"/>
            <a:ext cx="772477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upload_post_object_v2_77052313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13225" y="244110"/>
            <a:ext cx="7978775" cy="5648690"/>
          </a:xfrm>
          <a:prstGeom prst="rect">
            <a:avLst/>
          </a:prstGeom>
        </p:spPr>
      </p:pic>
      <p:pic>
        <p:nvPicPr>
          <p:cNvPr id="5" name="图片 4" descr="upload_post_object_v2_98350660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596" y="617664"/>
            <a:ext cx="2855058" cy="2049336"/>
          </a:xfrm>
          <a:prstGeom prst="rect">
            <a:avLst/>
          </a:prstGeom>
        </p:spPr>
      </p:pic>
      <p:pic>
        <p:nvPicPr>
          <p:cNvPr id="6" name="图片 5" descr="upload_post_object_v2_4762419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750" y="2966456"/>
            <a:ext cx="2656659" cy="19321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828800" y="2286000"/>
          <a:ext cx="8534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METBSF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面向漏洞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slither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solhint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MyToken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Rubixi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BecToken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GnosisSafeProxy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PERSONAL_BANK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4" name="表格 3"/>
          <p:cNvGraphicFramePr/>
          <p:nvPr/>
        </p:nvGraphicFramePr>
        <p:xfrm>
          <a:off x="1828800" y="2286000"/>
          <a:ext cx="8534400" cy="2286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706880"/>
                <a:gridCol w="1706880"/>
                <a:gridCol w="1706880"/>
                <a:gridCol w="1706880"/>
                <a:gridCol w="1706880"/>
              </a:tblGrid>
              <a:tr h="381000"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MyToken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short_address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78113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Rubixi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acess control:23,24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BecToken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arithmetic:264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GnosisSafeProxy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无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PERSONAL_BANK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reentrancy:54</a:t>
                      </a: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 anchor="ctr">
                    <a:lnL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L>
                    <a:lnR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R>
                    <a:lnT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T>
                    <a:lnB w="12700" cmpd="sng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237</Words>
  <Application>WPS Office WWO_feishu_20230531100529-62b4f7f279</Application>
  <PresentationFormat>宽屏</PresentationFormat>
  <Paragraphs>88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6" baseType="lpstr">
      <vt:lpstr>Arial</vt:lpstr>
      <vt:lpstr>宋体</vt:lpstr>
      <vt:lpstr>Wingdings</vt:lpstr>
      <vt:lpstr>汉仪书宋二KW</vt:lpstr>
      <vt:lpstr>等线</vt:lpstr>
      <vt:lpstr>汉仪中等线KW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严峻</dc:creator>
  <cp:lastModifiedBy>严峻</cp:lastModifiedBy>
  <dcterms:created xsi:type="dcterms:W3CDTF">2024-03-07T07:38:16Z</dcterms:created>
  <dcterms:modified xsi:type="dcterms:W3CDTF">2024-03-07T07:38:16Z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2052-0.0.0.0</vt:lpwstr>
  </property>
</Properties>
</file>